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2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6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03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2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0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4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1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CD6F6-78A5-47E6-8389-5E840EA2FDF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BB6FBCD-EC8F-492C-A94A-3D8509A0C7E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6905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36516-D16B-054A-8D1B-B62E3B30E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2" y="77593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F9800"/>
                </a:solidFill>
                <a:effectLst/>
                <a:latin typeface="Poppins" panose="020B0502040204020203" pitchFamily="2" charset="0"/>
              </a:rPr>
              <a:t>🛍️ </a:t>
            </a:r>
            <a:r>
              <a:rPr lang="en-US" b="1" i="0" dirty="0" err="1">
                <a:solidFill>
                  <a:srgbClr val="FF9800"/>
                </a:solidFill>
                <a:effectLst/>
                <a:latin typeface="Poppins" panose="020B0502040204020203" pitchFamily="2" charset="0"/>
              </a:rPr>
              <a:t>BuyHaven</a:t>
            </a:r>
            <a:br>
              <a:rPr lang="en-US" b="1" i="0" dirty="0">
                <a:solidFill>
                  <a:srgbClr val="FF9800"/>
                </a:solidFill>
                <a:effectLst/>
                <a:latin typeface="Poppins" panose="020B0502040204020203" pitchFamily="2" charset="0"/>
              </a:rPr>
            </a:br>
            <a:b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6EF43B4-92B0-44E6-2ACD-F091CE012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774" y="3049869"/>
            <a:ext cx="9144000" cy="250379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2200" b="1" dirty="0">
                <a:latin typeface="Bell MT" panose="02020503060305020303" pitchFamily="18" charset="0"/>
              </a:rPr>
              <a:t>NAME – SHASHWATH SINGH</a:t>
            </a:r>
          </a:p>
          <a:p>
            <a:pPr algn="l"/>
            <a:r>
              <a:rPr lang="en-US" sz="2200" b="1">
                <a:latin typeface="Bell MT" panose="02020503060305020303" pitchFamily="18" charset="0"/>
              </a:rPr>
              <a:t>SAP ID: 590017043</a:t>
            </a:r>
            <a:endParaRPr lang="en-US" sz="2200" b="1" dirty="0">
              <a:latin typeface="Bell MT" panose="02020503060305020303" pitchFamily="18" charset="0"/>
            </a:endParaRPr>
          </a:p>
          <a:p>
            <a:pPr algn="l"/>
            <a:r>
              <a:rPr lang="en-US" sz="2200" b="1" dirty="0">
                <a:latin typeface="Bell MT" panose="02020503060305020303" pitchFamily="18" charset="0"/>
              </a:rPr>
              <a:t>NAME-HARSH CHAUHAN</a:t>
            </a:r>
          </a:p>
          <a:p>
            <a:pPr algn="l"/>
            <a:r>
              <a:rPr lang="en-US" sz="2200" b="1" dirty="0">
                <a:latin typeface="Bell MT" panose="02020503060305020303" pitchFamily="18" charset="0"/>
              </a:rPr>
              <a:t>SAP ID: 590016645</a:t>
            </a:r>
          </a:p>
          <a:p>
            <a:pPr algn="l"/>
            <a:r>
              <a:rPr lang="en-US" sz="2200" b="1" dirty="0">
                <a:latin typeface="Bell MT" panose="02020503060305020303" pitchFamily="18" charset="0"/>
              </a:rPr>
              <a:t>SUBITED TO : KALLURI SHAREEF BABU</a:t>
            </a:r>
          </a:p>
          <a:p>
            <a:pPr algn="l"/>
            <a:r>
              <a:rPr lang="en-US" sz="2200" b="1" dirty="0">
                <a:latin typeface="Bell MT" panose="02020503060305020303" pitchFamily="18" charset="0"/>
              </a:rPr>
              <a:t>College: UPES, Dehradun</a:t>
            </a:r>
          </a:p>
          <a:p>
            <a:pPr algn="l"/>
            <a:r>
              <a:rPr lang="en-US" sz="2200" b="1" dirty="0">
                <a:latin typeface="Bell MT" panose="02020503060305020303" pitchFamily="18" charset="0"/>
              </a:rPr>
              <a:t>Course: </a:t>
            </a:r>
            <a:r>
              <a:rPr lang="en-US" sz="2200" b="1" dirty="0" err="1">
                <a:latin typeface="Bell MT" panose="02020503060305020303" pitchFamily="18" charset="0"/>
              </a:rPr>
              <a:t>B.Tech</a:t>
            </a:r>
            <a:r>
              <a:rPr lang="en-US" sz="2200" b="1" dirty="0">
                <a:latin typeface="Bell MT" panose="02020503060305020303" pitchFamily="18" charset="0"/>
              </a:rPr>
              <a:t> CSE, 3rd Semester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8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3DE0-5F9A-884D-E6E9-D497E48D4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812" y="-721702"/>
            <a:ext cx="8637073" cy="2541431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                 Technologies Used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9124B2-D30B-2E2C-6BA3-011454061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2635046"/>
            <a:ext cx="10638504" cy="317582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Bell MT" panose="02020503060305020303" pitchFamily="18" charset="0"/>
              </a:rPr>
              <a:t>This project is developed using modern web development tools and backend systems. The main technologies used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ell MT" panose="02020503060305020303" pitchFamily="18" charset="0"/>
              </a:rPr>
              <a:t>Flask (Python framework)</a:t>
            </a:r>
            <a:r>
              <a:rPr lang="en-US" dirty="0">
                <a:latin typeface="Bell MT" panose="02020503060305020303" pitchFamily="18" charset="0"/>
              </a:rPr>
              <a:t> for backend, routing, and server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ell MT" panose="02020503060305020303" pitchFamily="18" charset="0"/>
              </a:rPr>
              <a:t>MySQL Database</a:t>
            </a:r>
            <a:r>
              <a:rPr lang="en-US" dirty="0">
                <a:latin typeface="Bell MT" panose="02020503060305020303" pitchFamily="18" charset="0"/>
              </a:rPr>
              <a:t> for storing product details, user accounts, and cart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ell MT" panose="02020503060305020303" pitchFamily="18" charset="0"/>
              </a:rPr>
              <a:t>HTML, CSS, and Jinja Templates</a:t>
            </a:r>
            <a:r>
              <a:rPr lang="en-US" dirty="0">
                <a:latin typeface="Bell MT" panose="02020503060305020303" pitchFamily="18" charset="0"/>
              </a:rPr>
              <a:t> for building responsive and dynamic webpages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ell MT" panose="02020503060305020303" pitchFamily="18" charset="0"/>
              </a:rPr>
              <a:t>Bootstrap and Google Fonts</a:t>
            </a:r>
            <a:r>
              <a:rPr lang="en-US" dirty="0">
                <a:latin typeface="Bell MT" panose="02020503060305020303" pitchFamily="18" charset="0"/>
              </a:rPr>
              <a:t> for user-friendly UI and modern styling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ell MT" panose="02020503060305020303" pitchFamily="18" charset="0"/>
              </a:rPr>
              <a:t>Session Management</a:t>
            </a:r>
            <a:r>
              <a:rPr lang="en-US" dirty="0">
                <a:latin typeface="Bell MT" panose="02020503060305020303" pitchFamily="18" charset="0"/>
              </a:rPr>
              <a:t> in Flask for storing cart items and user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Bell MT" panose="02020503060305020303" pitchFamily="18" charset="0"/>
              </a:rPr>
              <a:t>Ngrok</a:t>
            </a:r>
            <a:r>
              <a:rPr lang="en-US" dirty="0">
                <a:latin typeface="Bell MT" panose="02020503060305020303" pitchFamily="18" charset="0"/>
              </a:rPr>
              <a:t> to make the local website publicly accessible over the internet</a:t>
            </a:r>
          </a:p>
          <a:p>
            <a:r>
              <a:rPr lang="en-US" dirty="0">
                <a:latin typeface="Bell MT" panose="02020503060305020303" pitchFamily="18" charset="0"/>
              </a:rPr>
              <a:t>These technologies together enabled a full-stack, functional e-commerce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70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9B89BB-0CE6-0ADC-2E67-0A749B52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576" y="175177"/>
            <a:ext cx="9291215" cy="104923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Working of the Project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22FA3A-65FE-6127-1C60-AF3840B6F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81" y="2005900"/>
            <a:ext cx="5893117" cy="345061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5"/>
                </a:solidFill>
                <a:latin typeface="Algerian" panose="04020705040A02060702" pitchFamily="82" charset="0"/>
              </a:rPr>
              <a:t>Homepage &amp; Categories</a:t>
            </a:r>
            <a:endParaRPr lang="en-US" dirty="0">
              <a:solidFill>
                <a:schemeClr val="accent5"/>
              </a:solidFill>
              <a:latin typeface="Algerian" panose="04020705040A02060702" pitchFamily="82" charset="0"/>
            </a:endParaRPr>
          </a:p>
          <a:p>
            <a:pPr algn="just"/>
            <a:r>
              <a:rPr lang="en-US" dirty="0">
                <a:latin typeface="Bell MT" panose="02020503060305020303" pitchFamily="18" charset="0"/>
              </a:rPr>
              <a:t>The website opens with a visually appealing homepage showcasing a hero banner and multiple product categories such as Mobile Phones, Laptops, Gym Equipment, Bike Riding Gear, Self Care, Cosmetics, Men and Women Clothing, and Kids Wear.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Users can click any category to view only the products related to that section.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A search bar is available to quickly find products by name.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80C3AB-A0EF-2C60-EB25-603409FB4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276" y="2005900"/>
            <a:ext cx="5584723" cy="396391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9262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81D3-6654-5AF0-959E-B577882F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99" y="416968"/>
            <a:ext cx="9291215" cy="1049235"/>
          </a:xfrm>
        </p:spPr>
        <p:txBody>
          <a:bodyPr/>
          <a:lstStyle/>
          <a:p>
            <a:pPr algn="l"/>
            <a:r>
              <a:rPr lang="en-US" dirty="0">
                <a:latin typeface="Algerian" panose="04020705040A02060702" pitchFamily="82" charset="0"/>
              </a:rPr>
              <a:t>Working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3024-EEC4-237B-7EB4-B3CC3976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57" y="2281203"/>
            <a:ext cx="5077040" cy="34506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5"/>
                </a:solidFill>
                <a:latin typeface="Algerian" panose="04020705040A02060702" pitchFamily="82" charset="0"/>
              </a:rPr>
              <a:t>Product Listing &amp; Cart Functionality</a:t>
            </a:r>
            <a:endParaRPr lang="en-US" dirty="0">
              <a:solidFill>
                <a:schemeClr val="accent5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Each product contains  price, category, and an add to cart button.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When a user clicks Add to Cart, the item is stored in the session.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The cart page allows users to see selected items, modify the quantity of each product, and remove products if needed.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The cart dynamically calculates the total price based on the selected items.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E2271-0F37-A9C6-9FB8-2E788799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568" y="245807"/>
            <a:ext cx="4951594" cy="30973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B8819B-F985-1514-C470-23F4FB81A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568" y="3849231"/>
            <a:ext cx="4951594" cy="26646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2076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ADC2-4636-9FA4-1890-D523C72F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31" y="369329"/>
            <a:ext cx="9293577" cy="1059305"/>
          </a:xfrm>
        </p:spPr>
        <p:txBody>
          <a:bodyPr/>
          <a:lstStyle/>
          <a:p>
            <a:pPr algn="l"/>
            <a:r>
              <a:rPr lang="en-US" dirty="0">
                <a:latin typeface="Algerian" panose="04020705040A02060702" pitchFamily="82" charset="0"/>
              </a:rPr>
              <a:t>Working of the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F6923-39E0-D48B-12E5-08CFC1DC7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834" y="1971549"/>
            <a:ext cx="4953469" cy="344859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Database Interaction &amp; User Authentication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latin typeface="Bell MT" panose="02020503060305020303" pitchFamily="18" charset="0"/>
              </a:rPr>
              <a:t>The website is connected to a MySQL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Product details, price, category, and ID are fetched using SQL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Categories are linked to products using </a:t>
            </a:r>
            <a:r>
              <a:rPr lang="en-US" b="1" dirty="0">
                <a:latin typeface="Bell MT" panose="02020503060305020303" pitchFamily="18" charset="0"/>
              </a:rPr>
              <a:t>foreign keys</a:t>
            </a:r>
            <a:endParaRPr lang="en-US" dirty="0">
              <a:latin typeface="Bell MT" panose="020205030603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Flask handles login and registration using user credentials stored in the database</a:t>
            </a:r>
          </a:p>
          <a:p>
            <a:r>
              <a:rPr lang="en-US" dirty="0">
                <a:latin typeface="Bell MT" panose="02020503060305020303" pitchFamily="18" charset="0"/>
              </a:rPr>
              <a:t>This makes the system fully dynamic, allowing easy updates and real-time changes.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A68394-A643-75FB-41A1-B38AD7D9B4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699" y="2042454"/>
            <a:ext cx="4487863" cy="31074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29910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472</TotalTime>
  <Words>366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Algerian</vt:lpstr>
      <vt:lpstr>Arial</vt:lpstr>
      <vt:lpstr>Bell MT</vt:lpstr>
      <vt:lpstr>Poppins</vt:lpstr>
      <vt:lpstr>Rockwell</vt:lpstr>
      <vt:lpstr>Gallery</vt:lpstr>
      <vt:lpstr>🛍️ BuyHaven  </vt:lpstr>
      <vt:lpstr>                  Technologies Used</vt:lpstr>
      <vt:lpstr>Working of the Project</vt:lpstr>
      <vt:lpstr>Working of the Project</vt:lpstr>
      <vt:lpstr>Working of the Project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Shashwath   Singh</dc:creator>
  <cp:lastModifiedBy>Shashwath   Singh</cp:lastModifiedBy>
  <cp:revision>2</cp:revision>
  <dcterms:created xsi:type="dcterms:W3CDTF">2025-12-01T18:35:47Z</dcterms:created>
  <dcterms:modified xsi:type="dcterms:W3CDTF">2025-12-05T09:46:45Z</dcterms:modified>
</cp:coreProperties>
</file>